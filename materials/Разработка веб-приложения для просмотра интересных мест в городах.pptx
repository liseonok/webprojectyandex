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0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A14E4-7B50-4066-A104-DB2044DED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CABE4C-6108-4262-891F-CD7700B4F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96367A-171D-48D2-8B63-A200E0AB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159296-A36D-4805-9C8F-5F967BED5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31E723-50D7-4AA1-9A16-B562E8C3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4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F9A3C4-A2DE-4231-9850-4E9C45A8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12425-0B5D-44D3-90CC-D87B57974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41DB11-3BF0-466F-87E6-C4599167F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DD9F33-7CDD-4960-AA6E-3C461612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26F41-9B85-474B-BB55-AB7856AA9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077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62035-9949-4694-9750-011288174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2195AD-42F1-4CAE-912F-A98C19F6D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623866-AD38-4A39-9165-C9D14D20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7B8E75-B438-4D77-A3D4-4238ABF2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9E4E6C-2A3E-4F86-A16C-4F56E0EB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83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70A99-CC0A-422B-A5A3-51559A8C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DDC75-0389-4EB9-8B6F-E8723DF37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E98A704-48C3-4371-A45D-E4696C789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38BC39-3D46-4DC9-BB28-171D00FF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CFBF8B-795B-433D-AADA-73BB96D33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7B99A1-3C6D-470E-89C3-110448AD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57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0F548-9696-46B6-AF39-33DCE8C5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2C69D6-493B-4B3C-B764-E30837523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79EB78-D48F-46DB-A09A-93F162809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4C1300-5659-43A0-8ED8-105EA5B34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7DDD55-644E-42EA-8F7D-7F55B0B0B4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3796CA-9530-4860-8E7E-5A14907F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F800303-CFF9-446E-BF4C-69EE3B93C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D5F766-32E1-4D84-B496-09E1E3C7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79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4CAB7-C80D-4FA1-ADCB-2522A0B70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A90B65-F263-4412-9CD8-46DDDEFE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C486B88-4954-41C2-A6EF-5E6731FC6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5C0CFC-6E98-4314-AF1F-1D08D549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96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B1B680-684F-4CED-A873-7C477390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7C84BF-6A35-4F88-9C47-23DD6F2C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076C4B-DC34-459F-A13E-9978FD86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04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AC3B17-CEB3-4603-A751-51C6FD27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71D77C-7329-452D-971C-91E2EE874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A2F2BD-06FD-46CA-8D1F-9D23C5360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967AED-1FFF-4E77-80CB-1E796233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17A39B-4F54-4EAE-ACAB-B1BA20D8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683662-F48C-458F-B175-C5D14F67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10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85D2F-9341-4F67-AE20-6C38AA96F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4ED1FA1-6337-4B4B-8BE5-59428A493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17DFFA-35D4-4C61-B9E1-666F6FAB7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23A572F-DE5D-4676-83B2-0FBF7089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D343E3-9BF0-46EF-8147-460F95D59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AAB9C0-CEED-43F0-A7E3-C98ECEFD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40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60237-593E-4F2D-A329-56953A98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1A63EC-F242-457C-AD6C-A4E96F753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F93BF6-DEB7-4546-8ED2-EDFAE987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243226-E5B4-4A7E-9C56-E7379983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DB0CD7-0582-4023-BFA9-B59FA9D3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781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9A2F18-E141-4A11-A33E-A16E3C650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CAC95A-F373-4F35-9047-2CFBF309B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619822-2C31-4A7D-99D3-493D5A8C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0F9F9-2964-4331-B6A0-FFE4DB31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E07B22-E67B-4671-952B-13FF6A2A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73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4D413-CBAD-4395-8D5C-78DC96A5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0C6768-1F3D-4247-A3A9-F6C496774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1DC32C-0511-4485-B2F5-DF5FE1749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43D05-E72E-4D05-8A21-F6B6C75AF8A2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CA54A7-ABD5-4839-9F7A-7A888F671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8C6677-0EB2-41EE-9EF1-138D6C52F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65B85-805F-483D-AB1B-B685B1B45F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6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6664B-8D45-4F11-9111-4F93C8917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веб-приложения для просмотра интересных мест в городах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84A463-6E87-4F12-8A3A-27A62FB30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8347"/>
            <a:ext cx="9144000" cy="1655762"/>
          </a:xfrm>
        </p:spPr>
        <p:txBody>
          <a:bodyPr/>
          <a:lstStyle/>
          <a:p>
            <a:r>
              <a:rPr lang="ru-RU" dirty="0"/>
              <a:t>Автор: Кушкина Виктория Андреевна</a:t>
            </a:r>
          </a:p>
          <a:p>
            <a:r>
              <a:rPr lang="ru-RU" dirty="0"/>
              <a:t>Руководитель: Приступа Инна</a:t>
            </a:r>
          </a:p>
          <a:p>
            <a:r>
              <a:rPr lang="ru-RU" dirty="0"/>
              <a:t>2026, Москва</a:t>
            </a:r>
          </a:p>
        </p:txBody>
      </p:sp>
    </p:spTree>
    <p:extLst>
      <p:ext uri="{BB962C8B-B14F-4D97-AF65-F5344CB8AC3E}">
        <p14:creationId xmlns:p14="http://schemas.microsoft.com/office/powerpoint/2010/main" val="1863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DFC20-5E37-478D-BFBA-4907ED5A8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4AD83C-1AE8-44B5-BE3F-E745176EC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ru-RU" dirty="0"/>
              <a:t>Создать рабочее веб-приложение для просмотра и добавления пользователем интересных мест в городах (в основном в Москве)</a:t>
            </a:r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r>
              <a:rPr lang="ru-RU" dirty="0"/>
              <a:t>Определиться с основными окнами (профиль, основная страница, добавление места и редакция)</a:t>
            </a:r>
          </a:p>
          <a:p>
            <a:r>
              <a:rPr lang="ru-RU" dirty="0"/>
              <a:t>Сделать регистрацию и вход + окна к ним</a:t>
            </a:r>
          </a:p>
          <a:p>
            <a:r>
              <a:rPr lang="ru-RU" dirty="0"/>
              <a:t>Создать базу данных для хранения информации</a:t>
            </a:r>
          </a:p>
          <a:p>
            <a:r>
              <a:rPr lang="ru-RU" dirty="0"/>
              <a:t>Добавить на главное окно карту с метками и список видимых мест</a:t>
            </a:r>
          </a:p>
        </p:txBody>
      </p:sp>
    </p:spTree>
    <p:extLst>
      <p:ext uri="{BB962C8B-B14F-4D97-AF65-F5344CB8AC3E}">
        <p14:creationId xmlns:p14="http://schemas.microsoft.com/office/powerpoint/2010/main" val="381223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A92BF-D5F8-4EA6-B92E-CAF2D0273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02306AB-12D0-42FA-9CCF-485D4DDC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535" y="1847947"/>
            <a:ext cx="5171767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Blueprints – </a:t>
            </a:r>
            <a:r>
              <a:rPr lang="ru-RU" dirty="0"/>
              <a:t>реализация страниц</a:t>
            </a:r>
          </a:p>
          <a:p>
            <a:r>
              <a:rPr lang="en-US" dirty="0"/>
              <a:t>Data – </a:t>
            </a:r>
            <a:r>
              <a:rPr lang="ru-RU" dirty="0"/>
              <a:t>дата классы для </a:t>
            </a:r>
            <a:r>
              <a:rPr lang="ru-RU" dirty="0" err="1"/>
              <a:t>бд</a:t>
            </a:r>
            <a:endParaRPr lang="ru-RU" dirty="0"/>
          </a:p>
          <a:p>
            <a:r>
              <a:rPr lang="en-US" dirty="0"/>
              <a:t>Db – </a:t>
            </a:r>
            <a:r>
              <a:rPr lang="ru-RU" dirty="0"/>
              <a:t>база данных</a:t>
            </a:r>
          </a:p>
          <a:p>
            <a:r>
              <a:rPr lang="en-US" dirty="0"/>
              <a:t>Forms – </a:t>
            </a:r>
            <a:r>
              <a:rPr lang="ru-RU" dirty="0"/>
              <a:t>формы для входа и регистрации, добавления места, редакции места и редакции профиля</a:t>
            </a:r>
          </a:p>
          <a:p>
            <a:r>
              <a:rPr lang="en-US" dirty="0"/>
              <a:t>Materials – </a:t>
            </a:r>
            <a:r>
              <a:rPr lang="ru-RU" dirty="0"/>
              <a:t>спецификация и презентация</a:t>
            </a:r>
          </a:p>
          <a:p>
            <a:r>
              <a:rPr lang="en-US" dirty="0"/>
              <a:t>Static – </a:t>
            </a:r>
            <a:r>
              <a:rPr lang="ru-RU" dirty="0"/>
              <a:t>хранение фотографий мест</a:t>
            </a:r>
          </a:p>
          <a:p>
            <a:r>
              <a:rPr lang="en-US" dirty="0"/>
              <a:t>Templates – HTML – </a:t>
            </a:r>
            <a:r>
              <a:rPr lang="ru-RU" dirty="0"/>
              <a:t>разметка страниц</a:t>
            </a:r>
          </a:p>
        </p:txBody>
      </p:sp>
      <p:pic>
        <p:nvPicPr>
          <p:cNvPr id="9" name="Объект 4">
            <a:extLst>
              <a:ext uri="{FF2B5EF4-FFF2-40B4-BE49-F238E27FC236}">
                <a16:creationId xmlns:a16="http://schemas.microsoft.com/office/drawing/2014/main" id="{BB8CC0F0-9C68-4015-A5BE-3105D9DA3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91" y="1658733"/>
            <a:ext cx="4175036" cy="396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3EDE4EB-00AB-47F7-AA7B-D4CD22227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52" y="227473"/>
            <a:ext cx="10515600" cy="1325563"/>
          </a:xfrm>
        </p:spPr>
        <p:txBody>
          <a:bodyPr/>
          <a:lstStyle/>
          <a:p>
            <a:r>
              <a:rPr lang="ru-RU" dirty="0"/>
              <a:t>Главное окно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66FC06E-9325-4626-985B-854A2BF10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3349" y="1612899"/>
            <a:ext cx="4220496" cy="4351338"/>
          </a:xfrm>
        </p:spPr>
        <p:txBody>
          <a:bodyPr>
            <a:normAutofit/>
          </a:bodyPr>
          <a:lstStyle/>
          <a:p>
            <a:r>
              <a:rPr lang="ru-RU" sz="2200" dirty="0"/>
              <a:t>Карта – используется </a:t>
            </a:r>
            <a:r>
              <a:rPr lang="en-US" sz="2200" dirty="0"/>
              <a:t>API Yandex</a:t>
            </a:r>
            <a:endParaRPr lang="ru-RU" sz="2200" dirty="0"/>
          </a:p>
          <a:p>
            <a:r>
              <a:rPr lang="ru-RU" sz="2200" dirty="0"/>
              <a:t>Перед отправкой запроса в Яндекс происходит фильтрация публичных мест, которые потом показываются на карте и в списке ниже</a:t>
            </a:r>
          </a:p>
          <a:p>
            <a:r>
              <a:rPr lang="ru-RU" sz="2200" dirty="0"/>
              <a:t>Кнопки меняют масштаб и область в окне</a:t>
            </a:r>
          </a:p>
          <a:p>
            <a:r>
              <a:rPr lang="ru-RU" sz="2200" dirty="0"/>
              <a:t>Отсюда можно перейти на все остальные страницы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E788CA9-4526-4467-A601-7F900E46C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192" y="1288026"/>
            <a:ext cx="6606718" cy="428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54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F4E80-3C9B-4618-8479-C0BE82A4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Профиль, добавление места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E5BA3D-9D7A-4102-9817-935664D232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Можно просмотреть и изменить профиль</a:t>
            </a:r>
          </a:p>
          <a:p>
            <a:r>
              <a:rPr lang="ru-RU" sz="1800" dirty="0"/>
              <a:t>Можно посмотреть добавленные места и изменить их (например сделать публичным или приватным)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D3FC46-C115-414D-B73B-DA4EF53435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Добавляется место, описание, адрес, широта и долгота места и по желанию фото </a:t>
            </a:r>
          </a:p>
          <a:p>
            <a:r>
              <a:rPr lang="ru-RU" sz="1800" dirty="0"/>
              <a:t>Можно сделать место приватным, тогда его будет не видно на карте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76C90-7F15-4398-8C7B-5EDAAEB26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7330"/>
            <a:ext cx="4636160" cy="35986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EAACA8-E88B-41CA-AF16-6A9CF6A7D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500" y="3087330"/>
            <a:ext cx="4559250" cy="359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7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ED560-A98F-4112-B94F-463AFAC5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Вход в аккаунт и страница места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2D4695-8366-4B19-A38B-36D32EC82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277" y="1825625"/>
            <a:ext cx="4746522" cy="4351338"/>
          </a:xfrm>
        </p:spPr>
        <p:txBody>
          <a:bodyPr/>
          <a:lstStyle/>
          <a:p>
            <a:r>
              <a:rPr lang="ru-RU" dirty="0"/>
              <a:t>Для входа нужны почта и пароль</a:t>
            </a:r>
          </a:p>
          <a:p>
            <a:r>
              <a:rPr lang="ru-RU" dirty="0"/>
              <a:t>Для регистрации вводится имя, почта, пароль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B580B3-5749-466C-B553-328317D4D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66" y="1464169"/>
            <a:ext cx="4143079" cy="284748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BB0EB5C-5D91-495B-AFCC-2DB4FD964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011" y="4658799"/>
            <a:ext cx="6676103" cy="189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3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023BB-E7A6-40A0-A0D9-50CF0317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Yandex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2F7056-87A8-4434-9C3E-42B355E34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716" y="1860038"/>
            <a:ext cx="5181600" cy="4351338"/>
          </a:xfrm>
        </p:spPr>
        <p:txBody>
          <a:bodyPr/>
          <a:lstStyle/>
          <a:p>
            <a:r>
              <a:rPr lang="ru-RU" dirty="0"/>
              <a:t>Для получения карты используется </a:t>
            </a:r>
            <a:r>
              <a:rPr lang="en-US" dirty="0"/>
              <a:t>API Yandex</a:t>
            </a:r>
          </a:p>
          <a:p>
            <a:r>
              <a:rPr lang="ru-RU" dirty="0"/>
              <a:t>Создается запрос, в котором добавлены заранее отфильтрованные по публичности и номеру места</a:t>
            </a:r>
          </a:p>
          <a:p>
            <a:r>
              <a:rPr lang="ru-RU" dirty="0"/>
              <a:t>В запросе также указаны цвет и формат метки, добавлен масштаб и впоследствии меняемые координаты центра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910B66-AF48-4D71-99BA-B70EE8E68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057" y="435675"/>
            <a:ext cx="4540045" cy="284872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AFC571-E769-4D7B-9CFD-4AD7FA1D2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79" y="3482970"/>
            <a:ext cx="4689600" cy="323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24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EB805-A8DA-4580-A177-B62AEE381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062C0F-6B2F-4EF2-AB49-C61C0B7341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Приобрести более продвинутый </a:t>
            </a:r>
            <a:r>
              <a:rPr lang="en-US" dirty="0"/>
              <a:t>API </a:t>
            </a:r>
            <a:r>
              <a:rPr lang="ru-RU" dirty="0" err="1"/>
              <a:t>яндекса</a:t>
            </a:r>
            <a:r>
              <a:rPr lang="ru-RU" dirty="0"/>
              <a:t> для более продвинутого отображения мест</a:t>
            </a:r>
          </a:p>
          <a:p>
            <a:r>
              <a:rPr lang="ru-RU" dirty="0"/>
              <a:t>Добавление рейтинга мест на карте и отзывы по 5 – бальной шкале</a:t>
            </a:r>
          </a:p>
          <a:p>
            <a:r>
              <a:rPr lang="ru-RU" dirty="0"/>
              <a:t>Фильтрация мест по темам, например «побыть одному» и т.д.</a:t>
            </a:r>
          </a:p>
        </p:txBody>
      </p:sp>
    </p:spTree>
    <p:extLst>
      <p:ext uri="{BB962C8B-B14F-4D97-AF65-F5344CB8AC3E}">
        <p14:creationId xmlns:p14="http://schemas.microsoft.com/office/powerpoint/2010/main" val="209369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1B9F9-E6DC-4316-B8B3-72DEC5B0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 что я могу получить премию?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8FEBEC-BBED-497F-BDD3-01ECEEBBB0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Оригинальная идея и красивые цвета проекта</a:t>
            </a:r>
          </a:p>
          <a:p>
            <a:r>
              <a:rPr lang="ru-RU" dirty="0"/>
              <a:t>Грамотная структура проекта и следование </a:t>
            </a:r>
            <a:r>
              <a:rPr lang="en-US" dirty="0"/>
              <a:t>PEB-8</a:t>
            </a:r>
            <a:endParaRPr lang="ru-RU" dirty="0"/>
          </a:p>
          <a:p>
            <a:r>
              <a:rPr lang="ru-RU" dirty="0"/>
              <a:t>Чистая речь и аккуратная презентация проекта</a:t>
            </a:r>
          </a:p>
          <a:p>
            <a:r>
              <a:rPr lang="ru-RU" dirty="0"/>
              <a:t>Самостоятельное прохождение основ из-за перехода</a:t>
            </a:r>
          </a:p>
        </p:txBody>
      </p:sp>
    </p:spTree>
    <p:extLst>
      <p:ext uri="{BB962C8B-B14F-4D97-AF65-F5344CB8AC3E}">
        <p14:creationId xmlns:p14="http://schemas.microsoft.com/office/powerpoint/2010/main" val="40212457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348</Words>
  <Application>Microsoft Office PowerPoint</Application>
  <PresentationFormat>Широкоэкранный</PresentationFormat>
  <Paragraphs>45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Разработка веб-приложения для просмотра интересных мест в городах</vt:lpstr>
      <vt:lpstr>Цель проекта и задачи</vt:lpstr>
      <vt:lpstr>Структура проекта</vt:lpstr>
      <vt:lpstr>Главное окно</vt:lpstr>
      <vt:lpstr>Профиль, добавление места</vt:lpstr>
      <vt:lpstr>Вход в аккаунт и страница места</vt:lpstr>
      <vt:lpstr>API Yandex</vt:lpstr>
      <vt:lpstr>Развитие проекта</vt:lpstr>
      <vt:lpstr>За что я могу получить премию?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для просмотра интересных мест в городах</dc:title>
  <dc:creator>Viktoria Kushkina</dc:creator>
  <cp:lastModifiedBy>Viktoria Kushkina</cp:lastModifiedBy>
  <cp:revision>7</cp:revision>
  <dcterms:created xsi:type="dcterms:W3CDTF">2026-05-17T14:10:31Z</dcterms:created>
  <dcterms:modified xsi:type="dcterms:W3CDTF">2026-05-17T15:19:15Z</dcterms:modified>
</cp:coreProperties>
</file>